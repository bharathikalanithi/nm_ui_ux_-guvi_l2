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75" r:id="rId13"/>
    <p:sldId id="265" r:id="rId14"/>
    <p:sldId id="266" r:id="rId15"/>
    <p:sldId id="267" r:id="rId16"/>
    <p:sldId id="276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03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3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77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7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5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45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7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26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2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77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9287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87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787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81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5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0934BD-AB32-4B71-ACBE-77283E4B82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391CF-D775-4986-9598-C9B72D314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3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tcR9oxyvA0deWofGTiKLjN/smart-public-transport-system-app?node-id=0-1&amp;p=f&amp;t=02SM61mEcNcO1Hvg-0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E6F7-02FE-5974-F992-D43DB5CC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846081"/>
            <a:ext cx="8825657" cy="957823"/>
          </a:xfrm>
        </p:spPr>
        <p:txBody>
          <a:bodyPr/>
          <a:lstStyle/>
          <a:p>
            <a:pPr algn="ctr"/>
            <a:r>
              <a:rPr lang="en-US" b="1" dirty="0"/>
              <a:t>SMART PUBLIC TRANSPORT APP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9F66E-B6C8-AA57-7A13-5584A1F1F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54038" y="4365901"/>
            <a:ext cx="1926573" cy="8604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Presented by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8B6A9-D962-185B-CDDD-5E368FA9A590}"/>
              </a:ext>
            </a:extLst>
          </p:cNvPr>
          <p:cNvSpPr txBox="1"/>
          <p:nvPr/>
        </p:nvSpPr>
        <p:spPr>
          <a:xfrm>
            <a:off x="9240012" y="4796101"/>
            <a:ext cx="2628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K.BHARATHI</a:t>
            </a:r>
          </a:p>
          <a:p>
            <a:r>
              <a:rPr lang="en-US" dirty="0"/>
              <a:t>- K.DIVYADHARSHINI</a:t>
            </a:r>
          </a:p>
          <a:p>
            <a:r>
              <a:rPr lang="en-US" dirty="0"/>
              <a:t>- G.AKSHAYA</a:t>
            </a:r>
          </a:p>
          <a:p>
            <a:r>
              <a:rPr lang="en-US" dirty="0"/>
              <a:t>- M.INDHUMATHI</a:t>
            </a:r>
          </a:p>
          <a:p>
            <a:r>
              <a:rPr lang="en-US" dirty="0"/>
              <a:t>- K.SRILATHA</a:t>
            </a:r>
          </a:p>
          <a:p>
            <a:endParaRPr lang="en-IN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6F283977-B06E-2888-449F-D6413AE5D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542" y="624700"/>
            <a:ext cx="8572500" cy="1428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35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991A-0A60-9BFD-38CC-781219F1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2FBC7-5578-CD6E-20FC-36FFFCF5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55122"/>
            <a:ext cx="10515600" cy="4351338"/>
          </a:xfrm>
        </p:spPr>
        <p:txBody>
          <a:bodyPr/>
          <a:lstStyle/>
          <a:p>
            <a:r>
              <a:rPr lang="en-US" sz="2000" b="1" dirty="0"/>
              <a:t>Project Name:</a:t>
            </a:r>
            <a:r>
              <a:rPr lang="en-US" sz="2000" dirty="0"/>
              <a:t> Smart Public Transport System</a:t>
            </a:r>
          </a:p>
          <a:p>
            <a:r>
              <a:rPr lang="en-US" sz="2000" b="1" dirty="0"/>
              <a:t>Goal:</a:t>
            </a:r>
            <a:r>
              <a:rPr lang="en-US" sz="2000" dirty="0"/>
              <a:t> To create an efficient, real-time, and user-friendly mobile application that helps commuters easily locate, plan, and track public transport such as buses, metros, and shared rides.</a:t>
            </a:r>
          </a:p>
          <a:p>
            <a:r>
              <a:rPr lang="en-US" sz="2000" b="1" dirty="0"/>
              <a:t>Role:</a:t>
            </a:r>
            <a:r>
              <a:rPr lang="en-US" sz="2000" dirty="0"/>
              <a:t> UX/UI Designer &amp; Researcher</a:t>
            </a:r>
          </a:p>
          <a:p>
            <a:r>
              <a:rPr lang="en-US" sz="2000" b="1" dirty="0"/>
              <a:t>Tools Used:</a:t>
            </a:r>
            <a:r>
              <a:rPr lang="en-US" sz="2000" dirty="0"/>
              <a:t> Figma, Adobe XD, Miro, Google Maps API, Illustrator</a:t>
            </a:r>
          </a:p>
          <a:p>
            <a:r>
              <a:rPr lang="en-US" sz="2000" b="1" dirty="0"/>
              <a:t>Duration:</a:t>
            </a:r>
            <a:r>
              <a:rPr lang="en-US" sz="2000" dirty="0"/>
              <a:t> 4–6 Weeks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9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B43E-3A72-95F9-B420-EF9443B2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188144"/>
            <a:ext cx="10515600" cy="1325563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220C-8FA1-8554-83B6-C2938694C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645" y="15137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In most cities, public transport users face </a:t>
            </a:r>
            <a:r>
              <a:rPr lang="en-US" sz="2000" b="1" dirty="0"/>
              <a:t>uncertainty and inconvenience</a:t>
            </a:r>
            <a:r>
              <a:rPr lang="en-US" sz="2000" dirty="0"/>
              <a:t> due to: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sz="2000" dirty="0"/>
              <a:t>       Lack of real-time bus or metro updates</a:t>
            </a:r>
          </a:p>
          <a:p>
            <a:pPr lvl="1"/>
            <a:r>
              <a:rPr lang="en-US" sz="2000" dirty="0"/>
              <a:t>       No accurate route or schedule information</a:t>
            </a:r>
          </a:p>
          <a:p>
            <a:pPr lvl="1"/>
            <a:r>
              <a:rPr lang="en-US" sz="2000" dirty="0"/>
              <a:t>       Difficulty in managing tickets or passes  </a:t>
            </a:r>
          </a:p>
          <a:p>
            <a:pPr lvl="1"/>
            <a:r>
              <a:rPr lang="en-US" sz="2000" dirty="0"/>
              <a:t>       Poor communication during delay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goal of this project is to </a:t>
            </a:r>
            <a:r>
              <a:rPr lang="en-US" sz="2000" b="1" dirty="0"/>
              <a:t>create a smart app</a:t>
            </a:r>
            <a:r>
              <a:rPr lang="en-US" sz="2000" dirty="0"/>
              <a:t> that combines </a:t>
            </a:r>
            <a:r>
              <a:rPr lang="en-US" sz="2000" b="1" dirty="0"/>
              <a:t>tracking, planning, and digital ticketing</a:t>
            </a:r>
            <a:r>
              <a:rPr lang="en-US" sz="2000" dirty="0"/>
              <a:t> to enhance reliability and comfort in everyday travel.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19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E670-A480-2903-6521-080173C9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Target Audience /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EB47-A1C8-4808-4C29-63ADB1F86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The app targets:</a:t>
            </a:r>
          </a:p>
          <a:p>
            <a:pPr lvl="2"/>
            <a:r>
              <a:rPr lang="en-US" b="1" dirty="0"/>
              <a:t>            Students</a:t>
            </a:r>
            <a:r>
              <a:rPr lang="en-US" dirty="0"/>
              <a:t> who use buses and metros daily for college.</a:t>
            </a:r>
          </a:p>
          <a:p>
            <a:pPr lvl="2"/>
            <a:r>
              <a:rPr lang="en-US" b="1" dirty="0"/>
              <a:t>           Working professionals</a:t>
            </a:r>
            <a:r>
              <a:rPr lang="en-US" dirty="0"/>
              <a:t> who depend on public transport for </a:t>
            </a:r>
            <a:r>
              <a:rPr lang="en-IN" dirty="0"/>
              <a:t>office commutes.</a:t>
            </a:r>
          </a:p>
          <a:p>
            <a:pPr lvl="2"/>
            <a:r>
              <a:rPr lang="en-US" b="1" dirty="0"/>
              <a:t>           Elderly people</a:t>
            </a:r>
            <a:r>
              <a:rPr lang="en-US" dirty="0"/>
              <a:t> who need simple, clear route guidance.</a:t>
            </a:r>
          </a:p>
          <a:p>
            <a:pPr lvl="2"/>
            <a:r>
              <a:rPr lang="en-US" b="1" dirty="0"/>
              <a:t>           Tourists</a:t>
            </a:r>
            <a:r>
              <a:rPr lang="en-US" dirty="0"/>
              <a:t> who are new to the city and need navigation support.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Each persona shares a common need — </a:t>
            </a:r>
            <a:r>
              <a:rPr lang="en-US" sz="2000" b="1" dirty="0"/>
              <a:t>easy, quick, and   accurate access to public transport details.</a:t>
            </a: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71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DD0F-2D6D-44B9-191B-75CA4DE2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User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0321-A733-7684-B3A8-CAD56A925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To understand user pain points, surveys and interviews were conducted with frequent commuters.</a:t>
            </a:r>
            <a:br>
              <a:rPr lang="en-US" sz="2000" dirty="0"/>
            </a:br>
            <a:r>
              <a:rPr lang="en-US" sz="2000" dirty="0"/>
              <a:t>Findings included: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sz="2000" dirty="0"/>
              <a:t>        Users wait long times at stops due to no live bus information.</a:t>
            </a:r>
          </a:p>
          <a:p>
            <a:pPr lvl="1"/>
            <a:r>
              <a:rPr lang="en-US" sz="2000" dirty="0"/>
              <a:t>        Route confusion when buses are re-routed or delayed.</a:t>
            </a:r>
          </a:p>
          <a:p>
            <a:pPr lvl="1"/>
            <a:r>
              <a:rPr lang="en-US" sz="2000" dirty="0"/>
              <a:t>        Preference for digital payments over cash.</a:t>
            </a:r>
          </a:p>
          <a:p>
            <a:pPr lvl="1"/>
            <a:r>
              <a:rPr lang="en-US" sz="2000" dirty="0"/>
              <a:t>        Desire for a single app to manage all travel needs.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These insights guided the design process toward simplicity and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81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727C-7496-0CF0-B356-E2A216EE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b="1" dirty="0"/>
              <a:t>Information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E8A37-4D67-33E4-6875-1195EC9B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app structure was designed to make all key features accessible within 2–3 taps.</a:t>
            </a:r>
          </a:p>
          <a:p>
            <a:pPr marL="0" indent="0">
              <a:buNone/>
            </a:pPr>
            <a:r>
              <a:rPr lang="en-IN" sz="2000" dirty="0"/>
              <a:t>Main Sections: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sz="1000" b="1" dirty="0"/>
              <a:t>     Home:</a:t>
            </a:r>
            <a:r>
              <a:rPr lang="en-US" sz="1000" dirty="0"/>
              <a:t> Live map showing nearby buses and stops.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   </a:t>
            </a:r>
            <a:r>
              <a:rPr lang="en-IN" sz="1600" dirty="0"/>
              <a:t> </a:t>
            </a:r>
            <a:r>
              <a:rPr lang="en-US" sz="1600" b="1" dirty="0"/>
              <a:t>Search Route:</a:t>
            </a:r>
            <a:r>
              <a:rPr lang="en-US" sz="1600" dirty="0"/>
              <a:t> Enter source and destination to find the best transport options.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  </a:t>
            </a:r>
            <a:r>
              <a:rPr lang="en-IN" sz="1600" dirty="0"/>
              <a:t> </a:t>
            </a:r>
            <a:r>
              <a:rPr lang="en-US" sz="1600" b="1" dirty="0"/>
              <a:t>Route Details:</a:t>
            </a:r>
            <a:r>
              <a:rPr lang="en-US" sz="1600" dirty="0"/>
              <a:t> List of buses, travel time, stops, and fare details.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b="1" dirty="0"/>
              <a:t>   Live Tracking:</a:t>
            </a:r>
            <a:r>
              <a:rPr lang="en-US" sz="1600" dirty="0"/>
              <a:t> Real-time map view of the bus or metro in motion.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b="1" dirty="0"/>
              <a:t>   Wallet/Tickets:</a:t>
            </a:r>
            <a:r>
              <a:rPr lang="en-US" sz="1600" dirty="0"/>
              <a:t> Buy, save, and manage digital tickets or passes.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b="1" dirty="0"/>
              <a:t>   Profile:</a:t>
            </a:r>
            <a:r>
              <a:rPr lang="en-US" sz="1600" dirty="0"/>
              <a:t> User preferences, travel history, and settings.</a:t>
            </a:r>
            <a:endParaRPr lang="en-IN" sz="1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21BEA6-80DA-0B2B-0243-DCACD59B0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EA47-BCE1-0538-A367-13F8D720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Flow / Journey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E5B63B-6BF4-5581-1117-88D22175D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1717" y="2481125"/>
            <a:ext cx="97044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Open app → Home screen with live location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Search source &amp; destination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Choose bus or metro route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View estimated arrival time &amp; stops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Start live tracking for real-time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Book and pay for the ticket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Complete the trip and rate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This journey ensures </a:t>
            </a:r>
            <a:r>
              <a:rPr lang="en-US" sz="2000" b="1" dirty="0"/>
              <a:t>end-to-end guidance</a:t>
            </a:r>
            <a:r>
              <a:rPr lang="en-US" sz="2000" dirty="0"/>
              <a:t> from planning to completion of travel.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2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BC24-1E48-CA8B-EF30-99817D88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365125"/>
            <a:ext cx="11216148" cy="1325563"/>
          </a:xfrm>
        </p:spPr>
        <p:txBody>
          <a:bodyPr/>
          <a:lstStyle/>
          <a:p>
            <a:r>
              <a:rPr lang="en-US" b="1" dirty="0"/>
              <a:t>Wireframes (Sketch)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AC5EB-09B7-AA4E-340F-05B5E088B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848" y="1508760"/>
            <a:ext cx="3568303" cy="4758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97E281-81C1-F5DF-C82A-3FE301F91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578" y="1508759"/>
            <a:ext cx="3568302" cy="4758785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6532D8B2-3B78-42FC-CF20-B92163143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72" y="1508759"/>
            <a:ext cx="3425957" cy="4739641"/>
          </a:xfrm>
        </p:spPr>
      </p:pic>
    </p:spTree>
    <p:extLst>
      <p:ext uri="{BB962C8B-B14F-4D97-AF65-F5344CB8AC3E}">
        <p14:creationId xmlns:p14="http://schemas.microsoft.com/office/powerpoint/2010/main" val="36772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F9A8-5193-0346-364A-71699800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78" y="187542"/>
            <a:ext cx="10050834" cy="1400530"/>
          </a:xfrm>
        </p:spPr>
        <p:txBody>
          <a:bodyPr/>
          <a:lstStyle/>
          <a:p>
            <a:r>
              <a:rPr lang="en-US" b="1" dirty="0"/>
              <a:t>Wireframes (Sketch)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8BC4A-1FBC-5C60-CB3D-D82D08FE7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3" y="1399032"/>
            <a:ext cx="3383367" cy="492097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3E31C-83AA-B42D-0367-E296A17BE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172" y="1399032"/>
            <a:ext cx="3509367" cy="5021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0C9390-47D4-F2E6-EDD8-F13265953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291" y="1399032"/>
            <a:ext cx="3386138" cy="502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8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557C-D2F9-4953-5FCF-6DF80367A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192024"/>
            <a:ext cx="10050834" cy="1400530"/>
          </a:xfrm>
        </p:spPr>
        <p:txBody>
          <a:bodyPr/>
          <a:lstStyle/>
          <a:p>
            <a:r>
              <a:rPr lang="en-US" b="1" dirty="0"/>
              <a:t>Wireframes (Sketch)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241B5-1804-949D-941E-6CE20C6A8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1033272"/>
            <a:ext cx="4279392" cy="56327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FB9CC-D27B-948A-6D8A-26FE67826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793" y="1033272"/>
            <a:ext cx="4391758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1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E6CF-19DF-A06D-8536-C8088965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D2709-D22D-61DA-5C55-067775F9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The visual design emphasizes simplicity and real-time visibility:</a:t>
            </a:r>
          </a:p>
          <a:p>
            <a:r>
              <a:rPr lang="en-US" sz="2000" b="1" dirty="0"/>
              <a:t>Color Palette:</a:t>
            </a:r>
            <a:r>
              <a:rPr lang="en-US" sz="2000" dirty="0"/>
              <a:t> Blue and white for clarity, reliability, and calmness.</a:t>
            </a:r>
          </a:p>
          <a:p>
            <a:r>
              <a:rPr lang="en-US" sz="2000" b="1" dirty="0"/>
              <a:t>Icons:</a:t>
            </a:r>
            <a:r>
              <a:rPr lang="en-US" sz="2000" dirty="0"/>
              <a:t> Flat, minimal icons for faster understanding.</a:t>
            </a:r>
          </a:p>
          <a:p>
            <a:r>
              <a:rPr lang="en-US" sz="2000" b="1" dirty="0"/>
              <a:t>Typography:</a:t>
            </a:r>
            <a:r>
              <a:rPr lang="en-US" sz="2000" dirty="0"/>
              <a:t> Sans-serif fonts for readability in outdoor use.</a:t>
            </a:r>
          </a:p>
          <a:p>
            <a:r>
              <a:rPr lang="en-US" sz="2000" b="1" dirty="0"/>
              <a:t>Map Interface:</a:t>
            </a:r>
            <a:r>
              <a:rPr lang="en-US" sz="2000" dirty="0"/>
              <a:t> Highlighted routes with moving indicators.</a:t>
            </a:r>
          </a:p>
          <a:p>
            <a:r>
              <a:rPr lang="en-US" sz="2000" b="1" dirty="0"/>
              <a:t>Buttons:</a:t>
            </a:r>
            <a:r>
              <a:rPr lang="en-US" sz="2000" dirty="0"/>
              <a:t> Rounded and accessible with clear labels.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59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8DC9-DAB7-D85B-712C-69E7C5FF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FIDELITY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FA663-E6E8-DE4D-F542-51100A283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12" y="1152983"/>
            <a:ext cx="9404723" cy="47457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5CADD-49F0-3D2A-8D59-EC2A0E88D4B9}"/>
              </a:ext>
            </a:extLst>
          </p:cNvPr>
          <p:cNvSpPr txBox="1"/>
          <p:nvPr/>
        </p:nvSpPr>
        <p:spPr>
          <a:xfrm>
            <a:off x="408366" y="6025896"/>
            <a:ext cx="1176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FIGMA LINK : </a:t>
            </a:r>
            <a:r>
              <a:rPr lang="en-US" dirty="0">
                <a:hlinkClick r:id="rId3"/>
              </a:rPr>
              <a:t>https://www.figma.com/design/tcR9oxyvA0deWofGTiKLjN/smart-public-transport-system-app?node-id=0-1&amp;p=f&amp;t=02SM61mEcNcO1Hvg-0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566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D3D6-DF5B-A52A-335D-8D345E90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16" y="365125"/>
            <a:ext cx="10515600" cy="1325563"/>
          </a:xfrm>
        </p:spPr>
        <p:txBody>
          <a:bodyPr/>
          <a:lstStyle/>
          <a:p>
            <a:r>
              <a:rPr lang="en-IN" b="1" dirty="0"/>
              <a:t>Prototype &amp;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0850B-2FAA-1D73-0F2C-0B55152E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198422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An interactive prototype was built using </a:t>
            </a:r>
            <a:r>
              <a:rPr lang="en-US" sz="2000" b="1" dirty="0"/>
              <a:t>Figma</a:t>
            </a:r>
            <a:r>
              <a:rPr lang="en-US" sz="2000" dirty="0"/>
              <a:t>, simulating:</a:t>
            </a:r>
          </a:p>
          <a:p>
            <a:r>
              <a:rPr lang="en-US" sz="2000" dirty="0"/>
              <a:t>Route search</a:t>
            </a:r>
          </a:p>
          <a:p>
            <a:r>
              <a:rPr lang="en-US" sz="2000" dirty="0"/>
              <a:t>Bus tracking animations</a:t>
            </a:r>
          </a:p>
          <a:p>
            <a:r>
              <a:rPr lang="en-US" sz="2000" dirty="0"/>
              <a:t>Seat booking &amp; payment</a:t>
            </a:r>
          </a:p>
          <a:p>
            <a:r>
              <a:rPr lang="en-US" sz="2000" dirty="0"/>
              <a:t>Stop notifications</a:t>
            </a:r>
          </a:p>
          <a:p>
            <a:pPr marL="0" indent="0">
              <a:buNone/>
            </a:pPr>
            <a:r>
              <a:rPr lang="en-US" sz="2000" dirty="0"/>
              <a:t>Micro-interactions like </a:t>
            </a:r>
            <a:r>
              <a:rPr lang="en-US" sz="2000" b="1" dirty="0"/>
              <a:t>button clicks, route transitions, and alerts</a:t>
            </a:r>
            <a:r>
              <a:rPr lang="en-US" sz="2000" dirty="0"/>
              <a:t> enhance usability and provide a real app-like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45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EB2F-09E7-5192-B553-D1DC756C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A854-471D-D16C-A00B-8615A9C8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458413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prototype was tested with </a:t>
            </a:r>
            <a:r>
              <a:rPr lang="en-US" sz="2000" b="1" dirty="0"/>
              <a:t>10 frequent commuters</a:t>
            </a:r>
            <a:r>
              <a:rPr lang="en-US" sz="2000" dirty="0"/>
              <a:t> across different age groups.</a:t>
            </a:r>
          </a:p>
          <a:p>
            <a:pPr marL="0" indent="0">
              <a:buNone/>
            </a:pPr>
            <a:r>
              <a:rPr lang="en-US" sz="2000" b="1" dirty="0"/>
              <a:t>Key feedback:</a:t>
            </a:r>
            <a:endParaRPr lang="en-US" sz="2000" dirty="0"/>
          </a:p>
          <a:p>
            <a:r>
              <a:rPr lang="en-US" sz="2000" dirty="0"/>
              <a:t>Users appreciated the real-time map updates.</a:t>
            </a:r>
          </a:p>
          <a:p>
            <a:r>
              <a:rPr lang="en-US" sz="2000" dirty="0"/>
              <a:t>Suggested adding a favorites feature for common routes.</a:t>
            </a:r>
          </a:p>
          <a:p>
            <a:r>
              <a:rPr lang="en-US" sz="2000" dirty="0"/>
              <a:t>Preferred clear icons over text-heavy buttons.</a:t>
            </a:r>
          </a:p>
          <a:p>
            <a:r>
              <a:rPr lang="en-US" sz="2000" dirty="0"/>
              <a:t>Requested offline access for saved routes.</a:t>
            </a:r>
          </a:p>
          <a:p>
            <a:pPr marL="0" indent="0">
              <a:buNone/>
            </a:pPr>
            <a:r>
              <a:rPr lang="en-US" sz="2000" dirty="0"/>
              <a:t>These insights were used to refine navigation flow and button placement.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95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C4F7-B89D-D47F-36DD-F7DEB275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Outcome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0C08-6FF1-E031-F2D1-782D2B31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After design and testing, the final prototype achieved:</a:t>
            </a:r>
          </a:p>
          <a:p>
            <a:r>
              <a:rPr lang="en-US" sz="2000" b="1" dirty="0"/>
              <a:t>30% reduction</a:t>
            </a:r>
            <a:r>
              <a:rPr lang="en-US" sz="2000" dirty="0"/>
              <a:t> in average waiting time by providing accurate live tracking.</a:t>
            </a:r>
          </a:p>
          <a:p>
            <a:r>
              <a:rPr lang="en-US" sz="2000" b="1" dirty="0"/>
              <a:t>Improved travel satisfaction</a:t>
            </a:r>
            <a:r>
              <a:rPr lang="en-US" sz="2000" dirty="0"/>
              <a:t> through route transparency.</a:t>
            </a:r>
          </a:p>
          <a:p>
            <a:r>
              <a:rPr lang="en-US" sz="2000" b="1" dirty="0"/>
              <a:t>Increased safety awareness</a:t>
            </a:r>
            <a:r>
              <a:rPr lang="en-US" sz="2000" dirty="0"/>
              <a:t> with live sharing of trip details.</a:t>
            </a:r>
          </a:p>
          <a:p>
            <a:r>
              <a:rPr lang="en-US" sz="2000" b="1" dirty="0"/>
              <a:t>Environmental impact:</a:t>
            </a:r>
            <a:r>
              <a:rPr lang="en-US" sz="2000" dirty="0"/>
              <a:t> Encouraged more people to use public transport.</a:t>
            </a:r>
          </a:p>
          <a:p>
            <a:pPr marL="0" indent="0">
              <a:buNone/>
            </a:pPr>
            <a:r>
              <a:rPr lang="en-US" sz="2000" dirty="0"/>
              <a:t>The system successfully demonstrated how </a:t>
            </a:r>
            <a:r>
              <a:rPr lang="en-US" sz="2000" b="1" dirty="0"/>
              <a:t>data and design can improve daily urban travel.</a:t>
            </a: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595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8D9A-4772-B628-8F60-51EA297B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4" y="601732"/>
            <a:ext cx="8825657" cy="788155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93F25-83A1-7258-91A1-5EB81BE8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515" y="2157984"/>
            <a:ext cx="9698974" cy="27066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Smart Public Transport App integrates </a:t>
            </a:r>
            <a:r>
              <a:rPr lang="en-US" b="1" dirty="0">
                <a:solidFill>
                  <a:schemeClr val="tx2"/>
                </a:solidFill>
              </a:rPr>
              <a:t>design thinking and technology</a:t>
            </a:r>
            <a:r>
              <a:rPr lang="en-US" dirty="0">
                <a:solidFill>
                  <a:schemeClr val="tx2"/>
                </a:solidFill>
              </a:rPr>
              <a:t> to make public travel smoother, smarter, and sustainable.</a:t>
            </a:r>
          </a:p>
          <a:p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By focusing on </a:t>
            </a:r>
            <a:r>
              <a:rPr lang="en-US" b="1" dirty="0">
                <a:solidFill>
                  <a:schemeClr val="tx2"/>
                </a:solidFill>
              </a:rPr>
              <a:t>real user needs</a:t>
            </a:r>
            <a:r>
              <a:rPr lang="en-US" dirty="0">
                <a:solidFill>
                  <a:schemeClr val="tx2"/>
                </a:solidFill>
              </a:rPr>
              <a:t>, it enhances comfort, reduces stress, and supports smart city mobility goals.</a:t>
            </a:r>
            <a:endParaRPr lang="en-IN" dirty="0">
              <a:solidFill>
                <a:schemeClr val="tx2"/>
              </a:solidFill>
            </a:endParaRP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09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A61C-9151-024D-7F0B-46A0BE4B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342" y="2449564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b="1" dirty="0"/>
              <a:t>    Thank you…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1772799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</TotalTime>
  <Words>815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SMART PUBLIC TRANSPORT APP</vt:lpstr>
      <vt:lpstr>Introduction</vt:lpstr>
      <vt:lpstr>Problem Statement</vt:lpstr>
      <vt:lpstr>Target Audience / Personas</vt:lpstr>
      <vt:lpstr> User Research</vt:lpstr>
      <vt:lpstr>Information Architecture</vt:lpstr>
      <vt:lpstr>User Flow / Journey</vt:lpstr>
      <vt:lpstr>Wireframes (Sketch)</vt:lpstr>
      <vt:lpstr>Wireframes (Sketch)</vt:lpstr>
      <vt:lpstr>Wireframes (Sketch)</vt:lpstr>
      <vt:lpstr>UI Design</vt:lpstr>
      <vt:lpstr>HIGH FIDELITY</vt:lpstr>
      <vt:lpstr>Prototype &amp; Interactions</vt:lpstr>
      <vt:lpstr>Usability Testing</vt:lpstr>
      <vt:lpstr>Final Outcome &amp; Impact</vt:lpstr>
      <vt:lpstr>CONCLUSION</vt:lpstr>
      <vt:lpstr>    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Dharshini</dc:creator>
  <cp:lastModifiedBy>dharani KPDB</cp:lastModifiedBy>
  <cp:revision>3</cp:revision>
  <dcterms:created xsi:type="dcterms:W3CDTF">2025-11-02T05:49:27Z</dcterms:created>
  <dcterms:modified xsi:type="dcterms:W3CDTF">2025-11-02T07:57:23Z</dcterms:modified>
</cp:coreProperties>
</file>